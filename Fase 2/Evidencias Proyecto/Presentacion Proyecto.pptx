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 snapToGrid="0" snapToObjects="1">
      <p:cViewPr varScale="1">
        <p:scale>
          <a:sx n="86" d="100"/>
          <a:sy n="86" d="100"/>
        </p:scale>
        <p:origin x="224" y="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66928"/>
            <a:ext cx="2423160" cy="5956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1490472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1A62D"/>
                </a:solidFill>
                <a:latin typeface="Arial"/>
              </a:rPr>
              <a:t>PRESENTACIÓN DE EVIDENCIAS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53522"/>
            <a:ext cx="3977639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Arial"/>
              </a:rPr>
              <a:t>Gestión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de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flota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
y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mantenciones</a:t>
            </a:r>
            <a:r>
              <a:rPr lang="es-419" sz="2800" b="1" dirty="0">
                <a:solidFill>
                  <a:srgbClr val="FFFFFF"/>
                </a:solidFill>
                <a:latin typeface="Arial"/>
              </a:rPr>
              <a:t> Mockup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3200400"/>
            <a:ext cx="3794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Bomberos de Talcahuano  ·  Odoo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858768"/>
            <a:ext cx="1828800" cy="384048"/>
          </a:xfrm>
          <a:prstGeom prst="roundRect">
            <a:avLst/>
          </a:prstGeom>
          <a:solidFill>
            <a:srgbClr val="C6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3904487"/>
            <a:ext cx="16276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DATOS DE DEMOSTRACIÓN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663440"/>
            <a:ext cx="3794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E1E8EE"/>
                </a:solidFill>
                <a:latin typeface="Arial"/>
              </a:rPr>
              <a:t>Pruebas</a:t>
            </a:r>
            <a:r>
              <a:rPr sz="1300" b="0" dirty="0">
                <a:solidFill>
                  <a:srgbClr val="E1E8E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1E8EE"/>
                </a:solidFill>
                <a:latin typeface="Arial"/>
              </a:rPr>
              <a:t>funcionales</a:t>
            </a:r>
            <a:r>
              <a:rPr sz="1300" b="0" dirty="0">
                <a:solidFill>
                  <a:srgbClr val="E1E8E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1E8EE"/>
                </a:solidFill>
                <a:latin typeface="Arial"/>
              </a:rPr>
              <a:t>ejecutadas</a:t>
            </a:r>
            <a:r>
              <a:rPr sz="1300" b="0" dirty="0">
                <a:solidFill>
                  <a:srgbClr val="E1E8E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1E8EE"/>
                </a:solidFill>
                <a:latin typeface="Arial"/>
              </a:rPr>
              <a:t>en</a:t>
            </a:r>
            <a:r>
              <a:rPr sz="1300" b="0" dirty="0">
                <a:solidFill>
                  <a:srgbClr val="E1E8EE"/>
                </a:solidFill>
                <a:latin typeface="Arial"/>
              </a:rPr>
              <a:t> la base </a:t>
            </a:r>
            <a:r>
              <a:rPr sz="1300" b="0" dirty="0" err="1">
                <a:solidFill>
                  <a:srgbClr val="E1E8EE"/>
                </a:solidFill>
                <a:latin typeface="Arial"/>
              </a:rPr>
              <a:t>activa</a:t>
            </a:r>
            <a:r>
              <a:rPr sz="1300" b="0" dirty="0">
                <a:solidFill>
                  <a:srgbClr val="E1E8EE"/>
                </a:solidFill>
                <a:latin typeface="Arial"/>
              </a:rPr>
              <a:t>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016752"/>
            <a:ext cx="3840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D0DB"/>
                </a:solidFill>
                <a:latin typeface="Arial"/>
              </a:rPr>
              <a:t>14 de octubre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5138928"/>
            <a:ext cx="6675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Odoo 18  ·  3 addons propios  ·  9 pruebas aprobadas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382149A-69DB-C95E-0117-36F7983C2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559" y="424252"/>
            <a:ext cx="7520946" cy="4239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Ingreso al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La base seleccionada para esta demostración es capstone.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Cómo se ingresa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01 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Se selecciona la base capstone.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02  USUARIO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El acceso depende del perfil asignado por el administrador.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03  MÓDULO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Desde el menú se abre Bomberos para entrar a Flota o Mantenciones.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CUIDADO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La presentación no incluye contraseñas ni credenciales reales.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B411EC1-B75E-09BF-A6B5-26384EA0F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7234"/>
            <a:ext cx="7854695" cy="42808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Roles de la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Grupos propios de Bomberos, no aplicaciones empresariales reutilizadas.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Permisos por perfil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ADMINISTRADOR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Consulta toda la información de Bomberos.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JEFE DE FLOTA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Ve todas las compañías y puede aprobar/cerrar órdenes.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TÉCNICO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Opera mantenciones y kilometrajes de sus compañías asignadas.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BOMBERO CONSULTOR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Consulta vehículos, órdenes y avisos de sus compañías.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38C647C-8FC2-2799-C610-0DB54664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29" y="1304354"/>
            <a:ext cx="7772400" cy="4406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Usuarios y compañías asignadas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Los perfiles de ejemplo permiten mostrar la separación de acceso.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Ejemplo de asignación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4 PERFILES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Administrador, Jefatura, Técnico y Bombero consultor.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CONSULTOR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Este perfil de ejemplo está asignado solo a la Compañía Talcahuano 02.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TÉCNICO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El perfil de ejemplo está asignado a la Compañía Talcahuano 01.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IMPORTANTE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Las cuentas DEMO no tienen contraseña configurada; deben habilitarse antes de iniciar sesión.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8A46F79-2872-8E11-D972-669B5EE84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36" y="1245595"/>
            <a:ext cx="7894987" cy="4465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Flota y kilometraje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Cinco vehículos ficticios repartidos entre dos compañías DEMO.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Qué muestra la ficha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IDENTIFICACIÓN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Código, unidad, patente DEMO, compañía y tipo de vehículo.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KILOMETRAJE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La cifra actual proviene del historial de lecturas.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ESTADO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Una unidad con una orden en ejecución aparece En mantención.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Los códigos y lecturas son de muestra; no describen vehículos reales.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7DFA4BF-8ED0-BF08-B2DA-086DE6FCF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1" y="1279260"/>
            <a:ext cx="7891271" cy="4442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Órdenes y flujo de mantención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Las órdenes DEMO hacen visible cada etapa del proceso.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Flujo y responsables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BORRADOR → PROGRAMADA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Se registra la necesidad y se agenda la intervención.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EN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El Técnico registra diagnóstico, trabajo, kilometraje y recursos.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EN REVISIÓN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El Técnico solicita aprobación cuando termina el trabajo.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CERRADA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Solo la Jefatura de flota puede cerrar la orden.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6748E4D-129C-A002-0D89-775A111E1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" y="1232782"/>
            <a:ext cx="8086027" cy="4584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Materiales, mano de obra y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Ejemplo de orden reactiva DEMO-MT-00002.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E1A6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Cálculo demostrado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MATERIALES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$25.000 CLP en repuesto ficticio.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MANO DE OBRA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$37.500 CLP (2,5 horas x $15.000).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$62.500 CLP, calculado por el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ALCANCE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Se registran costos por orden; no se controla inventario de bodega.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D42D243-0EAC-7E2E-F4FC-899412430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292462"/>
            <a:ext cx="7994146" cy="45131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Cierre con 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La ficha conserva quién revisó y el kilometraje final.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227E5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Resultado de DEMO-MT-00005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ESTADO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Cerrada después de revisión.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RESPONSABLE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El registro identifica al Jefe de flota que aprobó.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LECTURA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12.600 km quedan en el historial del vehículo.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COSTO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$22.000 CLP en este caso de demostración.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7E6FA3BC-810C-25C2-9C99-E89335D6A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8" y="1244241"/>
            <a:ext cx="8076386" cy="45615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Avisos preventivos y de revisión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Avisos internos visibles en la aplicación.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" y="1229868"/>
            <a:ext cx="7973568" cy="4513135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1080" y="1261872"/>
            <a:ext cx="3044952" cy="4449127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59" y="1508760"/>
            <a:ext cx="73152" cy="274320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53895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Cuándo se avisa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048255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MANTENCIÓN PRÓXIMA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2313432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Dentro de 30 días o a menos de 500 km del objetivo.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980944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EJEMPLO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1" y="3246120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DEMO-MT-00001 aparece como próxima por fecha y kilometraje.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913631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REVISIÓN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1" y="4178807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DEMO-MT-00003 genera un aviso mientras espera a Jefatura.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4846319"/>
            <a:ext cx="25694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62F33"/>
                </a:solidFill>
                <a:latin typeface="Arial"/>
              </a:rPr>
              <a:t>ACTUALIZACIÓN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1" y="5111495"/>
            <a:ext cx="2569464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303C"/>
                </a:solidFill>
                <a:latin typeface="Arial"/>
              </a:rPr>
              <a:t>El proceso programado revisa los avisos diariamente.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AC59E8E-187B-9BBE-1CE6-0A452B6EC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1239461"/>
            <a:ext cx="7950161" cy="45029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62F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EVIDENCIA FUNCIONAL  ·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38912"/>
            <a:ext cx="9326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2B3D"/>
                </a:solidFill>
                <a:latin typeface="Arial"/>
              </a:rPr>
              <a:t>Pruebas automatizadas ejecutadas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9235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975"/>
                </a:solidFill>
                <a:latin typeface="Arial"/>
              </a:rPr>
              <a:t>Suite dirigida a los tres addons propios, ejecutada en la base de trabajo capstone.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56032"/>
            <a:ext cx="1097280" cy="2697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1115568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6428232"/>
            <a:ext cx="11155680" cy="10972"/>
          </a:xfrm>
          <a:prstGeom prst="rect">
            <a:avLst/>
          </a:prstGeom>
          <a:solidFill>
            <a:srgbClr val="DEE4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680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DEMO  ·  Base capstone  ·  Registros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64808"/>
            <a:ext cx="5120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975"/>
                </a:solidFill>
                <a:latin typeface="Arial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50876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142B3D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03120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6975"/>
                </a:solidFill>
                <a:latin typeface="Arial"/>
              </a:rPr>
              <a:t>PRUEBAS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1417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1488" y="150876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227E5B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103120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6975"/>
                </a:solidFill>
                <a:latin typeface="Arial"/>
              </a:rPr>
              <a:t>FALLAS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1417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150876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227E5B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2103120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6975"/>
                </a:solidFill>
                <a:latin typeface="Arial"/>
              </a:rPr>
              <a:t>ERRORES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417320"/>
            <a:ext cx="4800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9168" y="1664208"/>
            <a:ext cx="4069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B3D"/>
                </a:solidFill>
                <a:latin typeface="Arial"/>
              </a:rPr>
              <a:t>Cobertura comprobada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267712"/>
            <a:ext cx="402336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03C"/>
                </a:solidFill>
                <a:latin typeface="Arial"/>
              </a:rPr>
              <a:t>• Acceso por compañía y lectura global de Jefatura.
• Kilometraje no decreciente y restricciones por rol.
• Flujo de orden, revisión, cierre y protección de registros.
• Costos, avisos próximos/vencidos y prevención de duplicados.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70916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62F33"/>
                </a:solidFill>
                <a:latin typeface="Arial"/>
              </a:rPr>
              <a:t>ALCANCE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965192"/>
            <a:ext cx="39776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975"/>
                </a:solidFill>
                <a:latin typeface="Arial"/>
              </a:rPr>
              <a:t>Validación automatizada de los addons. La prueba manual con usuarios Bomberos y dispositivos móviles/PWA sigue pendiente.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703320"/>
            <a:ext cx="5349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B3D"/>
                </a:solidFill>
                <a:latin typeface="Arial"/>
              </a:rPr>
              <a:t>Las capturas y registros con prefijo DEMO son datos ficticios de prueba.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212080"/>
            <a:ext cx="5349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C"/>
                </a:solidFill>
                <a:latin typeface="Arial"/>
              </a:rPr>
              <a:t>El código fuente de Odoo permanece intacto; se utilizan addons propios.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770</Words>
  <Application>Microsoft Macintosh PowerPoint</Application>
  <PresentationFormat>Panorámica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flota y mantenciones - Bomberos de Talcahuano</dc:title>
  <dc:subject>Evidencias de software y pruebas funcionales en Odoo 18</dc:subject>
  <dc:creator>Proyecto Capstone - Ingeniería en Informática</dc:creator>
  <cp:keywords/>
  <dc:description>generated using python-pptx</dc:description>
  <cp:lastModifiedBy>79opj</cp:lastModifiedBy>
  <cp:revision>8</cp:revision>
  <dcterms:created xsi:type="dcterms:W3CDTF">2013-01-27T09:14:16Z</dcterms:created>
  <dcterms:modified xsi:type="dcterms:W3CDTF">2026-10-14T16:26:32Z</dcterms:modified>
  <cp:category/>
</cp:coreProperties>
</file>